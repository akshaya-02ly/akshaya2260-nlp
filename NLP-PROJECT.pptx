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17" r:id="rId5"/>
    <p:sldId id="307" r:id="rId6"/>
    <p:sldId id="308" r:id="rId7"/>
    <p:sldId id="278" r:id="rId8"/>
    <p:sldId id="309" r:id="rId9"/>
    <p:sldId id="263" r:id="rId10"/>
    <p:sldId id="310" r:id="rId11"/>
    <p:sldId id="30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36A58"/>
    <a:srgbClr val="505A47"/>
    <a:srgbClr val="D1D8B7"/>
    <a:srgbClr val="A09D79"/>
    <a:srgbClr val="AD5C4D"/>
    <a:srgbClr val="543E35"/>
    <a:srgbClr val="637700"/>
    <a:srgbClr val="FFF4ED"/>
    <a:srgbClr val="5E6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05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2/22/2026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SKILL SWAP – HYPERLOCAL SKILL EXCHANGE WEB APPLICATION.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TEAM DETAILS: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GUIDE NAME 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DR.V.VENKATARAMANA.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EDF1D3-5590-9EB7-2498-B573E5603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915" y="1143000"/>
            <a:ext cx="3537856" cy="4679830"/>
          </a:xfrm>
        </p:spPr>
        <p:txBody>
          <a:bodyPr>
            <a:normAutofit/>
          </a:bodyPr>
          <a:lstStyle/>
          <a:p>
            <a:r>
              <a:rPr lang="en-US" b="1" dirty="0"/>
              <a:t>  	</a:t>
            </a:r>
          </a:p>
          <a:p>
            <a:r>
              <a:rPr lang="en-US" b="1" dirty="0"/>
              <a:t>2403A52260 – VEMULA AKSHAYA REDDY </a:t>
            </a:r>
          </a:p>
          <a:p>
            <a:r>
              <a:rPr lang="en-US" b="1" dirty="0"/>
              <a:t>2403A52267 – GUNDU DEEKSHITHA VARMA </a:t>
            </a:r>
          </a:p>
          <a:p>
            <a:r>
              <a:rPr lang="en-US" b="1" dirty="0"/>
              <a:t>2403A52273 – THANGALAPALLY HASINI</a:t>
            </a:r>
          </a:p>
          <a:p>
            <a:r>
              <a:rPr lang="en-US" b="1" dirty="0"/>
              <a:t>      BATCH - 10 </a:t>
            </a:r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85" y="653143"/>
            <a:ext cx="5641848" cy="5029200"/>
          </a:xfrm>
        </p:spPr>
        <p:txBody>
          <a:bodyPr/>
          <a:lstStyle/>
          <a:p>
            <a:r>
              <a:rPr lang="en-US" dirty="0"/>
              <a:t>Objectives: </a:t>
            </a:r>
            <a:br>
              <a:rPr lang="en-US" dirty="0"/>
            </a:br>
            <a:r>
              <a:rPr lang="en-US" sz="2400" dirty="0"/>
              <a:t>-&gt;To create a platform for skill exchanging without money.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/>
              <a:t>-&gt; </a:t>
            </a:r>
            <a:r>
              <a:rPr lang="en-US" sz="2400" dirty="0"/>
              <a:t>To encourage peer-to-peer learning.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-&gt;To connect students and local community members based on skills.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-&gt;To provide a digital portfolio for users.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-&gt;To promote collaborative learning in local areas.</a:t>
            </a: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-&gt;To reduce dependency on paid learning platforms.</a:t>
            </a:r>
            <a:br>
              <a:rPr lang="en-US" sz="2400" dirty="0"/>
            </a:br>
            <a:endParaRPr lang="en-US" sz="2400" b="1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A311504-4D68-3850-2079-ACF02C12F90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25761" r="25761"/>
          <a:stretch>
            <a:fillRect/>
          </a:stretch>
        </p:blipFill>
        <p:spPr>
          <a:xfrm>
            <a:off x="6413639" y="0"/>
            <a:ext cx="5778361" cy="6858000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rgbClr val="E5DACF">
              <a:lumMod val="75000"/>
            </a:srgbClr>
          </a:solidFill>
        </p:spPr>
      </p:pic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0343" y="1023257"/>
            <a:ext cx="6356686" cy="391885"/>
          </a:xfrm>
        </p:spPr>
        <p:txBody>
          <a:bodyPr anchor="b"/>
          <a:lstStyle/>
          <a:p>
            <a:r>
              <a:rPr lang="en-US" dirty="0"/>
              <a:t>Stakeholders: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DCAFC513-24D5-1F5E-8D1A-70AD8089005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24497" r="24497"/>
          <a:stretch>
            <a:fillRect/>
          </a:stretch>
        </p:blipFill>
        <p:spPr>
          <a:xfrm>
            <a:off x="-2" y="0"/>
            <a:ext cx="5246397" cy="685800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rgbClr val="E5DACF"/>
          </a:solidFill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E2212A59-0206-1F52-4F14-FE0ED23C2E1B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5551713" y="1756505"/>
            <a:ext cx="594302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arenR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 Homemakers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cap="none" dirty="0">
                <a:latin typeface="Arial" panose="020B0604020202020204" pitchFamily="34" charset="0"/>
              </a:rPr>
              <a:t>3)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 seekers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4) College  faculty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5)Local trainers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6)Community-  learners</a:t>
            </a: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Languages, Tools &amp; Software: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Frontend:</a:t>
            </a:r>
          </a:p>
          <a:p>
            <a:r>
              <a:rPr lang="en-US" sz="2400" dirty="0"/>
              <a:t>HTML</a:t>
            </a:r>
          </a:p>
          <a:p>
            <a:r>
              <a:rPr lang="en-US" sz="2400" dirty="0"/>
              <a:t>CSS</a:t>
            </a:r>
          </a:p>
          <a:p>
            <a:r>
              <a:rPr lang="en-US" sz="2400" dirty="0"/>
              <a:t>JavaScript</a:t>
            </a:r>
          </a:p>
          <a:p>
            <a:r>
              <a:rPr lang="en-US" sz="2400" dirty="0"/>
              <a:t>React.js (Optional Advanced)</a:t>
            </a:r>
          </a:p>
          <a:p>
            <a:r>
              <a:rPr lang="en-US" sz="2400" dirty="0"/>
              <a:t>Bootstrap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99A0F-3471-6FD7-F29B-861947BCD517}"/>
              </a:ext>
            </a:extLst>
          </p:cNvPr>
          <p:cNvSpPr txBox="1"/>
          <p:nvPr/>
        </p:nvSpPr>
        <p:spPr>
          <a:xfrm>
            <a:off x="6096000" y="2039112"/>
            <a:ext cx="2416629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Backend</a:t>
            </a:r>
            <a:r>
              <a:rPr lang="en-US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Python (Flask / Django)</a:t>
            </a:r>
            <a:br>
              <a:rPr lang="en-US" sz="2400" dirty="0"/>
            </a:br>
            <a:r>
              <a:rPr lang="en-US" sz="2400" dirty="0"/>
              <a:t>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Node.js</a:t>
            </a: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5056" y="870857"/>
            <a:ext cx="9459686" cy="1883229"/>
          </a:xfrm>
        </p:spPr>
        <p:txBody>
          <a:bodyPr anchor="b"/>
          <a:lstStyle/>
          <a:p>
            <a:r>
              <a:rPr lang="en-US" sz="3600" b="1" dirty="0"/>
              <a:t>Database:</a:t>
            </a:r>
            <a:br>
              <a:rPr lang="en-US" sz="3600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D863C-FDAA-2AF7-13F7-F4F8603DC3A4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3722913" y="1507287"/>
            <a:ext cx="149134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C7685A-DD0D-EE0A-C37B-74330ECBC6E3}"/>
              </a:ext>
            </a:extLst>
          </p:cNvPr>
          <p:cNvSpPr txBox="1"/>
          <p:nvPr/>
        </p:nvSpPr>
        <p:spPr>
          <a:xfrm>
            <a:off x="2909207" y="2690336"/>
            <a:ext cx="618852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chemeClr val="accent6">
                    <a:lumMod val="10000"/>
                  </a:schemeClr>
                </a:solidFill>
              </a:rPr>
              <a:t>Tools: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VS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GitHub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Figma (UI design)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Postman (API testing)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D577DD-0558-AC3D-FFD8-23E61FE5DE83}"/>
              </a:ext>
            </a:extLst>
          </p:cNvPr>
          <p:cNvSpPr txBox="1"/>
          <p:nvPr/>
        </p:nvSpPr>
        <p:spPr>
          <a:xfrm>
            <a:off x="6368143" y="3105835"/>
            <a:ext cx="272959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solidFill>
                  <a:srgbClr val="000000"/>
                </a:solidFill>
              </a:rPr>
              <a:t>Deployment: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Render / Netlify / Heroku</a:t>
            </a: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23257" y="2039112"/>
            <a:ext cx="4576953" cy="3877055"/>
          </a:xfrm>
        </p:spPr>
        <p:txBody>
          <a:bodyPr>
            <a:normAutofit fontScale="92500" lnSpcReduction="20000"/>
          </a:bodyPr>
          <a:lstStyle/>
          <a:p>
            <a:r>
              <a:rPr lang="en-US" sz="2800" b="1" dirty="0"/>
              <a:t>1️⃣ Home Page</a:t>
            </a:r>
          </a:p>
          <a:p>
            <a:r>
              <a:rPr lang="en-US" sz="2400" dirty="0"/>
              <a:t>Logo: </a:t>
            </a:r>
            <a:r>
              <a:rPr lang="en-US" sz="2400" dirty="0" err="1"/>
              <a:t>SkillSwap</a:t>
            </a:r>
            <a:endParaRPr lang="en-US" sz="2400" dirty="0"/>
          </a:p>
          <a:p>
            <a:r>
              <a:rPr lang="en-US" sz="2400" dirty="0"/>
              <a:t>Search skills</a:t>
            </a:r>
          </a:p>
          <a:p>
            <a:r>
              <a:rPr lang="en-US" sz="2400" dirty="0"/>
              <a:t>Register / Login button</a:t>
            </a:r>
          </a:p>
          <a:p>
            <a:r>
              <a:rPr lang="en-US" sz="2400" dirty="0"/>
              <a:t>Featured skills section</a:t>
            </a:r>
          </a:p>
          <a:p>
            <a:r>
              <a:rPr lang="en-US" sz="2600" b="1" dirty="0"/>
              <a:t>2️⃣ User Dashboard</a:t>
            </a:r>
          </a:p>
          <a:p>
            <a:r>
              <a:rPr lang="en-US" dirty="0"/>
              <a:t>Profile picture</a:t>
            </a:r>
          </a:p>
          <a:p>
            <a:r>
              <a:rPr lang="en-US" dirty="0"/>
              <a:t>Skills I Can Teach</a:t>
            </a:r>
          </a:p>
          <a:p>
            <a:r>
              <a:rPr lang="en-US" dirty="0"/>
              <a:t>Skills I Want to Learn</a:t>
            </a:r>
          </a:p>
          <a:p>
            <a:r>
              <a:rPr lang="en-US" dirty="0"/>
              <a:t>Match Suggestions</a:t>
            </a:r>
          </a:p>
          <a:p>
            <a:r>
              <a:rPr lang="en-US" dirty="0"/>
              <a:t>Exchange Requests</a:t>
            </a:r>
          </a:p>
          <a:p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3️⃣ Skill Matching Page</a:t>
            </a:r>
          </a:p>
          <a:p>
            <a:r>
              <a:rPr lang="en-US" dirty="0"/>
              <a:t>Skill Name</a:t>
            </a:r>
          </a:p>
          <a:p>
            <a:r>
              <a:rPr lang="en-US" dirty="0"/>
              <a:t>Nearby Users</a:t>
            </a:r>
          </a:p>
          <a:p>
            <a:r>
              <a:rPr lang="en-US" dirty="0"/>
              <a:t>Rating</a:t>
            </a:r>
          </a:p>
          <a:p>
            <a:r>
              <a:rPr lang="en-US" dirty="0"/>
              <a:t>Request Exchange Button</a:t>
            </a:r>
          </a:p>
          <a:p>
            <a:r>
              <a:rPr lang="en-US" sz="2400" b="1" dirty="0"/>
              <a:t>4️⃣ Exchange Tracker</a:t>
            </a:r>
          </a:p>
          <a:p>
            <a:r>
              <a:rPr lang="en-US" dirty="0"/>
              <a:t>Ongoing Exchanges</a:t>
            </a:r>
          </a:p>
          <a:p>
            <a:r>
              <a:rPr lang="en-US" dirty="0"/>
              <a:t>Completed Exchanges</a:t>
            </a:r>
          </a:p>
          <a:p>
            <a:r>
              <a:rPr lang="en-US" dirty="0"/>
              <a:t>Reviews</a:t>
            </a:r>
          </a:p>
          <a:p>
            <a:r>
              <a:rPr lang="en-US" dirty="0"/>
              <a:t>Feedback.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CC8BDA-1236-2CD1-92CB-5F8F42326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Front-End View (Web Application)</a:t>
            </a:r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      Thank you.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{C5D918DA-5598-45E7-9A62-AE4ACFA3D4C3}TF1ed9553b-00c4-4092-846a-c8f7f2908f3beecd942f_win32-8e33096c3cfc</Template>
  <TotalTime>48</TotalTime>
  <Words>275</Words>
  <Application>Microsoft Office PowerPoint</Application>
  <PresentationFormat>Widescreen</PresentationFormat>
  <Paragraphs>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Courier New</vt:lpstr>
      <vt:lpstr>Gill Sans Nova Light</vt:lpstr>
      <vt:lpstr>Sagona Book</vt:lpstr>
      <vt:lpstr>Custom</vt:lpstr>
      <vt:lpstr>SKILL SWAP – HYPERLOCAL SKILL EXCHANGE WEB APPLICATION.</vt:lpstr>
      <vt:lpstr>TEAM DETAILS:  GUIDE NAME : DR.V.VENKATARAMANA.</vt:lpstr>
      <vt:lpstr>Objectives:  -&gt;To create a platform for skill exchanging without money.  -&gt; To encourage peer-to-peer learning.  -&gt;To connect students and local community members based on skills.  -&gt;To provide a digital portfolio for users.  -&gt;To promote collaborative learning in local areas.   -&gt;To reduce dependency on paid learning platforms. </vt:lpstr>
      <vt:lpstr>Stakeholders:</vt:lpstr>
      <vt:lpstr>Programming Languages, Tools &amp; Software:</vt:lpstr>
      <vt:lpstr>Database:  </vt:lpstr>
      <vt:lpstr>Front-End View (Web Application)</vt:lpstr>
      <vt:lpstr>       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</cp:revision>
  <dcterms:created xsi:type="dcterms:W3CDTF">2026-02-22T05:09:31Z</dcterms:created>
  <dcterms:modified xsi:type="dcterms:W3CDTF">2026-02-22T05:58:29Z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